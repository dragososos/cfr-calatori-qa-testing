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06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68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92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02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8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4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1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6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2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6357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98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33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58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2B43A30-55D9-48B7-8253-2F198B41E50B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34BBA-FD4C-4C86-AF66-02D955C2C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140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37A3-CC7E-1AD8-96B8-62BE6DE08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Web functionalities testing.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09D86-5939-EFB4-F4A2-5D93BBCA9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123" y="4777381"/>
            <a:ext cx="8825658" cy="861420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Mersul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trenurilor</a:t>
            </a:r>
            <a:r>
              <a:rPr lang="en-US" dirty="0">
                <a:solidFill>
                  <a:srgbClr val="0070C0"/>
                </a:solidFill>
              </a:rPr>
              <a:t> / </a:t>
            </a:r>
            <a:r>
              <a:rPr lang="en-US" dirty="0" err="1">
                <a:solidFill>
                  <a:srgbClr val="0070C0"/>
                </a:solidFill>
              </a:rPr>
              <a:t>cfr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calatori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688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6BD0B-B2F1-0327-6CB9-FE6901CF1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201" y="292297"/>
            <a:ext cx="9404723" cy="140053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Website(s)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C687A-81EE-F3E6-E0E6-B07B8FB62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2517755"/>
            <a:ext cx="8946541" cy="2486998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Mersul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trenurilor</a:t>
            </a:r>
            <a:r>
              <a:rPr lang="en-US" dirty="0">
                <a:solidFill>
                  <a:srgbClr val="0070C0"/>
                </a:solidFill>
              </a:rPr>
              <a:t> / CFR </a:t>
            </a:r>
            <a:r>
              <a:rPr lang="en-US" dirty="0" err="1">
                <a:solidFill>
                  <a:srgbClr val="0070C0"/>
                </a:solidFill>
              </a:rPr>
              <a:t>calatori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r>
              <a:rPr lang="en-US" dirty="0">
                <a:solidFill>
                  <a:srgbClr val="0070C0"/>
                </a:solidFill>
              </a:rPr>
              <a:t>Web application.</a:t>
            </a:r>
          </a:p>
          <a:p>
            <a:r>
              <a:rPr lang="en-US" dirty="0">
                <a:solidFill>
                  <a:srgbClr val="0070C0"/>
                </a:solidFill>
              </a:rPr>
              <a:t>Online store for train tickets.</a:t>
            </a:r>
          </a:p>
          <a:p>
            <a:r>
              <a:rPr lang="en-US" dirty="0">
                <a:solidFill>
                  <a:srgbClr val="0070C0"/>
                </a:solidFill>
              </a:rPr>
              <a:t>Online page for information. (about train routes/ tickets/related things)</a:t>
            </a:r>
          </a:p>
          <a:p>
            <a:r>
              <a:rPr lang="en-US" dirty="0">
                <a:solidFill>
                  <a:srgbClr val="0070C0"/>
                </a:solidFill>
              </a:rPr>
              <a:t>National transit and more.</a:t>
            </a:r>
          </a:p>
        </p:txBody>
      </p:sp>
    </p:spTree>
    <p:extLst>
      <p:ext uri="{BB962C8B-B14F-4D97-AF65-F5344CB8AC3E}">
        <p14:creationId xmlns:p14="http://schemas.microsoft.com/office/powerpoint/2010/main" val="2874312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16C65A-D5E5-3D23-1605-C11798AD8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Testing Approach.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B04C5F-D1AD-255D-08E0-EF33AB523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1" y="2044533"/>
            <a:ext cx="6115635" cy="4195763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UI testing to ensure that there are no visual bugs.</a:t>
            </a:r>
          </a:p>
          <a:p>
            <a:r>
              <a:rPr lang="en-US" sz="2400" dirty="0">
                <a:solidFill>
                  <a:srgbClr val="0070C0"/>
                </a:solidFill>
              </a:rPr>
              <a:t>Exploratory testing for the search engine.</a:t>
            </a:r>
          </a:p>
          <a:p>
            <a:r>
              <a:rPr lang="en-US" sz="2400" dirty="0">
                <a:solidFill>
                  <a:srgbClr val="0070C0"/>
                </a:solidFill>
              </a:rPr>
              <a:t>Exploratory testing until I found a bug, taking time on that specific area to see if it is worth testing it any further.</a:t>
            </a:r>
          </a:p>
          <a:p>
            <a:r>
              <a:rPr lang="en-US" sz="2400" dirty="0">
                <a:solidFill>
                  <a:srgbClr val="0070C0"/>
                </a:solidFill>
              </a:rPr>
              <a:t>Compatibility testing.</a:t>
            </a:r>
          </a:p>
          <a:p>
            <a:r>
              <a:rPr lang="en-US" sz="2400" dirty="0">
                <a:solidFill>
                  <a:srgbClr val="0070C0"/>
                </a:solidFill>
              </a:rPr>
              <a:t>Usability testing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 bit of mobile testing in the case of searching for train stations by map.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99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5382-130D-4960-E538-A6B71478C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Tools used.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43403-3D11-2CBF-D325-5C9A10AA4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1" y="1853248"/>
            <a:ext cx="4396339" cy="4195763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rgbClr val="0070C0"/>
                </a:solidFill>
              </a:rPr>
              <a:t>TestLink</a:t>
            </a:r>
            <a:r>
              <a:rPr lang="en-US" sz="3200" dirty="0">
                <a:solidFill>
                  <a:srgbClr val="0070C0"/>
                </a:solidFill>
              </a:rPr>
              <a:t> – Test case management</a:t>
            </a:r>
          </a:p>
          <a:p>
            <a:r>
              <a:rPr lang="en-US" sz="3200" dirty="0">
                <a:solidFill>
                  <a:srgbClr val="0070C0"/>
                </a:solidFill>
              </a:rPr>
              <a:t>Mantis Bug Tracker – Bug reporting</a:t>
            </a:r>
          </a:p>
          <a:p>
            <a:r>
              <a:rPr lang="en-US" sz="3200" dirty="0">
                <a:solidFill>
                  <a:srgbClr val="0070C0"/>
                </a:solidFill>
              </a:rPr>
              <a:t>Snipping Tool – Screenshots </a:t>
            </a:r>
          </a:p>
          <a:p>
            <a:r>
              <a:rPr lang="en-US" sz="3200" dirty="0" err="1">
                <a:solidFill>
                  <a:srgbClr val="0070C0"/>
                </a:solidFill>
              </a:rPr>
              <a:t>Xmind</a:t>
            </a:r>
            <a:r>
              <a:rPr lang="en-US" sz="3200" dirty="0">
                <a:solidFill>
                  <a:srgbClr val="0070C0"/>
                </a:solidFill>
              </a:rPr>
              <a:t> – Mapping</a:t>
            </a:r>
          </a:p>
        </p:txBody>
      </p:sp>
    </p:spTree>
    <p:extLst>
      <p:ext uri="{BB962C8B-B14F-4D97-AF65-F5344CB8AC3E}">
        <p14:creationId xmlns:p14="http://schemas.microsoft.com/office/powerpoint/2010/main" val="3553342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751890-D6B7-2981-DAFD-5A8B90B17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Testing types.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8E8C2-E7AF-9A70-29CD-3BD204E04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70C0"/>
                </a:solidFill>
              </a:rPr>
              <a:t>Functional Testing</a:t>
            </a:r>
          </a:p>
          <a:p>
            <a:r>
              <a:rPr lang="en-US" sz="3200" dirty="0">
                <a:solidFill>
                  <a:srgbClr val="0070C0"/>
                </a:solidFill>
              </a:rPr>
              <a:t>Exploratory Testing </a:t>
            </a:r>
          </a:p>
          <a:p>
            <a:r>
              <a:rPr lang="en-US" sz="3200" dirty="0">
                <a:solidFill>
                  <a:srgbClr val="0070C0"/>
                </a:solidFill>
              </a:rPr>
              <a:t>Smoke testing </a:t>
            </a:r>
          </a:p>
          <a:p>
            <a:r>
              <a:rPr lang="en-US" sz="3200" dirty="0">
                <a:solidFill>
                  <a:srgbClr val="0070C0"/>
                </a:solidFill>
              </a:rPr>
              <a:t>Compatibility testing </a:t>
            </a:r>
          </a:p>
          <a:p>
            <a:r>
              <a:rPr lang="en-US" sz="3200" dirty="0">
                <a:solidFill>
                  <a:srgbClr val="0070C0"/>
                </a:solidFill>
              </a:rPr>
              <a:t>Usability testing </a:t>
            </a:r>
          </a:p>
          <a:p>
            <a:r>
              <a:rPr lang="en-US" sz="3200" dirty="0">
                <a:solidFill>
                  <a:srgbClr val="0070C0"/>
                </a:solidFill>
              </a:rPr>
              <a:t>Integration testing (for the search engine)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468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A2FEA0-C886-0179-D376-C671CB1FF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98901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2ED5B-0F9C-25FC-BDCD-8EC84409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Test cases overview.</a:t>
            </a:r>
          </a:p>
        </p:txBody>
      </p:sp>
    </p:spTree>
    <p:extLst>
      <p:ext uri="{BB962C8B-B14F-4D97-AF65-F5344CB8AC3E}">
        <p14:creationId xmlns:p14="http://schemas.microsoft.com/office/powerpoint/2010/main" val="3340030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7E87-A24C-C546-32A1-1F518805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Test cases results.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B293E5-8B12-9FAB-CAC6-7F8089D55F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95" y="1849049"/>
            <a:ext cx="9810989" cy="4159859"/>
          </a:xfrm>
        </p:spPr>
      </p:pic>
    </p:spTree>
    <p:extLst>
      <p:ext uri="{BB962C8B-B14F-4D97-AF65-F5344CB8AC3E}">
        <p14:creationId xmlns:p14="http://schemas.microsoft.com/office/powerpoint/2010/main" val="269084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4864-C839-B60A-1F4E-76647352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Conclusions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02CFF-99C8-BEA8-A572-AB3A09506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24 Test Cases were executed to test </a:t>
            </a:r>
            <a:r>
              <a:rPr lang="en-US" dirty="0" err="1"/>
              <a:t>Mersul</a:t>
            </a:r>
            <a:r>
              <a:rPr lang="en-US" dirty="0"/>
              <a:t> </a:t>
            </a:r>
            <a:r>
              <a:rPr lang="en-US" dirty="0" err="1"/>
              <a:t>Trenurilor</a:t>
            </a:r>
            <a:r>
              <a:rPr lang="en-US" dirty="0"/>
              <a:t> / CFR </a:t>
            </a:r>
            <a:r>
              <a:rPr lang="en-US" dirty="0" err="1"/>
              <a:t>Calatori</a:t>
            </a:r>
            <a:r>
              <a:rPr lang="en-US" dirty="0"/>
              <a:t>, 22 test cases passed and only 2 failed.</a:t>
            </a:r>
          </a:p>
          <a:p>
            <a:r>
              <a:rPr lang="en-US" dirty="0"/>
              <a:t>6 bugs were identified: 2 major, 3 normal, and one minor.</a:t>
            </a:r>
          </a:p>
          <a:p>
            <a:r>
              <a:rPr lang="en-US" dirty="0"/>
              <a:t>The bugs that were identified were found by using Exploratory Testing methods.</a:t>
            </a:r>
          </a:p>
          <a:p>
            <a:r>
              <a:rPr lang="en-US" dirty="0"/>
              <a:t>Data type used during testing: Valid, Invalid, Blank, and Big Data.</a:t>
            </a:r>
          </a:p>
          <a:p>
            <a:r>
              <a:rPr lang="en-US" dirty="0"/>
              <a:t>Fixing the major severity bugs is recommended.</a:t>
            </a:r>
          </a:p>
        </p:txBody>
      </p:sp>
    </p:spTree>
    <p:extLst>
      <p:ext uri="{BB962C8B-B14F-4D97-AF65-F5344CB8AC3E}">
        <p14:creationId xmlns:p14="http://schemas.microsoft.com/office/powerpoint/2010/main" val="185034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D098A-DC38-FF9E-3830-A0A56E23F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Lessons learned.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6D860-0BFE-C5CD-D440-55ADCBFF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Exploratory testing merges very well with usability testing, compatibility testing, and Ad Hoc testing and saves time.</a:t>
            </a:r>
          </a:p>
          <a:p>
            <a:r>
              <a:rPr lang="en-US" dirty="0">
                <a:solidFill>
                  <a:srgbClr val="0070C0"/>
                </a:solidFill>
              </a:rPr>
              <a:t>Rewriting the same stems to recreate a bug can be extremely tiring and boring.</a:t>
            </a:r>
          </a:p>
          <a:p>
            <a:r>
              <a:rPr lang="en-US" dirty="0">
                <a:solidFill>
                  <a:srgbClr val="0070C0"/>
                </a:solidFill>
              </a:rPr>
              <a:t>Its better to start the work early.</a:t>
            </a:r>
          </a:p>
        </p:txBody>
      </p:sp>
    </p:spTree>
    <p:extLst>
      <p:ext uri="{BB962C8B-B14F-4D97-AF65-F5344CB8AC3E}">
        <p14:creationId xmlns:p14="http://schemas.microsoft.com/office/powerpoint/2010/main" val="2147884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19DB-E019-2BBA-2C27-7724CBF70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875075"/>
            <a:ext cx="9404723" cy="1400530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8911118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</TotalTime>
  <Words>291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Web functionalities testing. </vt:lpstr>
      <vt:lpstr>Website(s) description</vt:lpstr>
      <vt:lpstr>Testing Approach.</vt:lpstr>
      <vt:lpstr>Tools used.</vt:lpstr>
      <vt:lpstr>Testing types.</vt:lpstr>
      <vt:lpstr>Test cases overview.</vt:lpstr>
      <vt:lpstr>Test cases results.</vt:lpstr>
      <vt:lpstr>Conclusions.</vt:lpstr>
      <vt:lpstr>Lessons learned.</vt:lpstr>
      <vt:lpstr>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functionalities testing. </dc:title>
  <dc:creator>HP</dc:creator>
  <cp:lastModifiedBy>HP</cp:lastModifiedBy>
  <cp:revision>1</cp:revision>
  <dcterms:created xsi:type="dcterms:W3CDTF">2023-11-16T13:29:35Z</dcterms:created>
  <dcterms:modified xsi:type="dcterms:W3CDTF">2023-11-16T14:52:26Z</dcterms:modified>
</cp:coreProperties>
</file>